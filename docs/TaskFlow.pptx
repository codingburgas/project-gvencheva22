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a96de65cf44f4f" /><Relationship Type="http://schemas.openxmlformats.org/officeDocument/2006/relationships/extended-properties" Target="/docProps/app.xml" Id="R3f384a58f934453c" /><Relationship Type="http://schemas.openxmlformats.org/officeDocument/2006/relationships/officeDocument" Target="/ppt/presentation.xml" Id="Rbd687a8a3ee146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1828348e0442a9"/>
  </p:sldMasterIdLst>
  <p:notesMasterIdLst>
    <p:notesMasterId xmlns:r="http://schemas.openxmlformats.org/officeDocument/2006/relationships" r:id="Ref9ba8a1b7794357"/>
  </p:notesMasterIdLst>
  <p:sldIdLst>
    <p:sldId xmlns:r="http://schemas.openxmlformats.org/officeDocument/2006/relationships" id="256" r:id="Rbfb217f093bf435f"/>
    <p:sldId xmlns:r="http://schemas.openxmlformats.org/officeDocument/2006/relationships" id="257" r:id="R613c3545f9f340be"/>
    <p:sldId xmlns:r="http://schemas.openxmlformats.org/officeDocument/2006/relationships" id="258" r:id="R11e60a03a3c746a0"/>
    <p:sldId xmlns:r="http://schemas.openxmlformats.org/officeDocument/2006/relationships" id="259" r:id="Rd7df9ee220894b7f"/>
    <p:sldId xmlns:r="http://schemas.openxmlformats.org/officeDocument/2006/relationships" id="260" r:id="R94d80fbe2ee44d8b"/>
    <p:sldId xmlns:r="http://schemas.openxmlformats.org/officeDocument/2006/relationships" id="261" r:id="R3f89c53fd3f14c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828348e0442a9" /><Relationship Type="http://schemas.openxmlformats.org/officeDocument/2006/relationships/theme" Target="/ppt/theme/theme1.xml" Id="Rc30fa22c034e4cd0" /><Relationship Type="http://schemas.openxmlformats.org/officeDocument/2006/relationships/notesMaster" Target="/ppt/notesMasters/notesMaster1.xml" Id="Ref9ba8a1b7794357" /><Relationship Type="http://schemas.openxmlformats.org/officeDocument/2006/relationships/presProps" Target="/ppt/presProps.xml" Id="Rce7a89cbb80546f6" /><Relationship Type="http://schemas.openxmlformats.org/officeDocument/2006/relationships/viewProps" Target="/ppt/viewProps.xml" Id="Re131060179d44e36" /><Relationship Type="http://schemas.openxmlformats.org/officeDocument/2006/relationships/tableStyles" Target="/ppt/tableStyles.xml" Id="R89c407b7b75a4f7d" /><Relationship Type="http://schemas.openxmlformats.org/officeDocument/2006/relationships/slide" Target="/ppt/slides/slide1.xml" Id="Rbfb217f093bf435f" /><Relationship Type="http://schemas.openxmlformats.org/officeDocument/2006/relationships/slide" Target="/ppt/slides/slide2.xml" Id="R613c3545f9f340be" /><Relationship Type="http://schemas.openxmlformats.org/officeDocument/2006/relationships/slide" Target="/ppt/slides/slide3.xml" Id="R11e60a03a3c746a0" /><Relationship Type="http://schemas.openxmlformats.org/officeDocument/2006/relationships/slide" Target="/ppt/slides/slide4.xml" Id="Rd7df9ee220894b7f" /><Relationship Type="http://schemas.openxmlformats.org/officeDocument/2006/relationships/slide" Target="/ppt/slides/slide5.xml" Id="R94d80fbe2ee44d8b" /><Relationship Type="http://schemas.openxmlformats.org/officeDocument/2006/relationships/slide" Target="/ppt/slides/slide6.xml" Id="R3f89c53fd3f1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fbe7fe1a2f84b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e1f0def32648b1" /><Relationship Type="http://schemas.openxmlformats.org/officeDocument/2006/relationships/notesMaster" Target="/ppt/notesMasters/notesMaster1.xml" Id="R0975d24447024a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5a8650bb1c44d9" /><Relationship Type="http://schemas.openxmlformats.org/officeDocument/2006/relationships/notesMaster" Target="/ppt/notesMasters/notesMaster1.xml" Id="R80bd47327c2943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9e9ee907904c3a" /><Relationship Type="http://schemas.openxmlformats.org/officeDocument/2006/relationships/notesMaster" Target="/ppt/notesMasters/notesMaster1.xml" Id="R023f3987bd0445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ddd9846cb44334" /><Relationship Type="http://schemas.openxmlformats.org/officeDocument/2006/relationships/notesMaster" Target="/ppt/notesMasters/notesMaster1.xml" Id="R0650f5d6e55a43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860e008d674f6c" /><Relationship Type="http://schemas.openxmlformats.org/officeDocument/2006/relationships/notesMaster" Target="/ppt/notesMasters/notesMaster1.xml" Id="Ref5252b4ed2941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4e6bf3d7a4ef0" /><Relationship Type="http://schemas.openxmlformats.org/officeDocument/2006/relationships/notesMaster" Target="/ppt/notesMasters/notesMaster1.xml" Id="R6a32b8d4e3b54a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product name, the purpose of the system, and the overall direction of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assignment requirements from проект 17.docx and implemented TaskFlow MVC project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purpose of the app and the problem it solves for users.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assignment requirements from проект 17.docx and implemented TaskFlow MVC project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the practical features users see and interact with every 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assignment requirements from проект 17.docx and implemented TaskFlow MVC project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how the codebase is organized and why the architecture is suitable for this type of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assignment requirements from проект 17.docx and implemented TaskFlow MVC project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application is not only functional, but also validated and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assignment requirements from проект 17.docx and implemented TaskFlow MVC project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presentation by emphasizing the final result and readiness of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assignment requirements from проект 17.docx and implemented TaskFlow MVC project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103a9035b498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dc63379714e4ba1" /><Relationship Type="http://schemas.openxmlformats.org/officeDocument/2006/relationships/slideLayout" Target="/ppt/slideLayouts/slideLayout2.xml" Id="Ra0d57ef2724741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57ef2724741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a5f3c334bd4d18" /><Relationship Type="http://schemas.openxmlformats.org/officeDocument/2006/relationships/image" Target="/ppt/media/image.png" Id="R9c12450698c247ce" /><Relationship Type="http://schemas.openxmlformats.org/officeDocument/2006/relationships/notesSlide" Target="/ppt/notesSlides/notesSlide1.xml" Id="Rc762753b2feb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739e8eec744c36" /><Relationship Type="http://schemas.openxmlformats.org/officeDocument/2006/relationships/image" Target="/ppt/media/image2.png" Id="Rb8fc4996fe304059" /><Relationship Type="http://schemas.openxmlformats.org/officeDocument/2006/relationships/notesSlide" Target="/ppt/notesSlides/notesSlide2.xml" Id="R8b9f3a8c7ffd49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a468f9bf74d03" /><Relationship Type="http://schemas.openxmlformats.org/officeDocument/2006/relationships/image" Target="/ppt/media/image3.png" Id="R8c8d96a2b9d3442f" /><Relationship Type="http://schemas.openxmlformats.org/officeDocument/2006/relationships/notesSlide" Target="/ppt/notesSlides/notesSlide3.xml" Id="Rd0bf4586439541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9d9b0bf12141f0" /><Relationship Type="http://schemas.openxmlformats.org/officeDocument/2006/relationships/image" Target="/ppt/media/image4.png" Id="R21c6876dd0a54811" /><Relationship Type="http://schemas.openxmlformats.org/officeDocument/2006/relationships/notesSlide" Target="/ppt/notesSlides/notesSlide4.xml" Id="Rfa23d7693f7242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71d14b16c4264" /><Relationship Type="http://schemas.openxmlformats.org/officeDocument/2006/relationships/image" Target="/ppt/media/image5.png" Id="Rf704a9878fc24d2b" /><Relationship Type="http://schemas.openxmlformats.org/officeDocument/2006/relationships/notesSlide" Target="/ppt/notesSlides/notesSlide5.xml" Id="R87afd9c4e4774a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18bc6cfb80458f" /><Relationship Type="http://schemas.openxmlformats.org/officeDocument/2006/relationships/image" Target="/ppt/media/image6.png" Id="R5471cecbbf864ca9" /><Relationship Type="http://schemas.openxmlformats.org/officeDocument/2006/relationships/notesSlide" Target="/ppt/notesSlides/notesSlide6.xml" Id="Rfc28ee02d4b34a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2450698c247c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BE94A-D1FF-4C21-82B0-5C4F8A21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CF6BA-5BAB-4E35-A217-FA2AB609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07667-B259-4C89-9726-4B945FA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90576-BF43-4D4B-8D7F-E9755DEC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3F7E4-D46B-42CC-ACFA-DF90A871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05FBF-3749-4352-B16C-11FD45CA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171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5C25D-13A3-43A0-8D6B-6B006AA5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D2FCA-F392-4FF2-9677-38CD7E37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TASK MANAGER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EA1A5-C37E-44FF-99E7-ED9F9C75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2033"/>
                </a:solidFill>
              </a:defRPr>
            </a:pPr>
            <a:r>
              <a:rPr sz="3600" b="1">
                <a:solidFill>
                  <a:srgbClr val="122033"/>
                </a:solidFill>
              </a:rPr>
              <a:t>TaskFlow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A6B29-3700-45A2-B5E3-CB840109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F4057"/>
                </a:solidFill>
              </a:defRPr>
            </a:pPr>
            <a:r>
              <a:rPr sz="1500" b="0">
                <a:solidFill>
                  <a:srgbClr val="2F4057"/>
                </a:solidFill>
              </a:rPr>
              <a:t>A web-based Kanban-inspired project and task management system built with ASP.NET Core MVC.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DCD6D-8771-40B7-A8F7-271B6C13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69426-5EB2-4642-A913-91FF211A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Organize boards, tasks, priorities, and deadlines in one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C3B13-8238-40DD-B994-9077EF19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1714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Boards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Tasks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Deadlines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A9AB7-9B02-4103-93B4-0171E475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TaskFlow MVC | Project presentation summary</a:t>
            </a:r>
          </a:p>
        </p:txBody>
      </p:sp>
    </p:spTree>
    <p:extLst>
      <p:ext uri="{BB962C8B-B14F-4D97-AF65-F5344CB8AC3E}">
        <p14:creationId xmlns:p14="http://schemas.microsoft.com/office/powerpoint/2010/main" val="1017323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c4996fe30405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B33D3-8307-4D80-AE97-5B792F34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D4CD3-EC4B-402B-AB73-0F3D4FA6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2000250" cy="5334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5302C-FCC5-4CAF-9A50-9756A963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5AEE4-FCDC-4390-8281-2DF490E7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33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EC567-1419-451D-94C0-3269E5A1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PROJECT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7BCBE-1AF0-4C5C-90EC-C7856276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02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ECF9F-D7CB-4E69-B3C3-FF87F11B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C1250-F256-4EF1-87DA-7C239212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19050">
            <a:solidFill>
              <a:srgbClr val="12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771B4-7FB2-4BA8-807B-1B862130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</a:defRPr>
            </a:pPr>
            <a:r>
              <a:rPr sz="3000" b="1">
                <a:solidFill>
                  <a:srgbClr val="122033"/>
                </a:solidFill>
              </a:rPr>
              <a:t>What is TaskFlow?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B153F-F12D-4361-9299-FD415E37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4057"/>
                </a:solidFill>
              </a:defRPr>
            </a:pPr>
            <a:r>
              <a:rPr sz="1425" b="0">
                <a:solidFill>
                  <a:srgbClr val="2F4057"/>
                </a:solidFill>
              </a:rPr>
              <a:t>TaskFlow is designed to help users plan work visually through boards and tasks while tracking progress in a clear and structured way.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F60B5-3BDC-4327-9244-3C4C1B2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56661-5551-4C0A-B511-B4A33253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16145-08FA-4E91-A3F0-3CE1DE86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C787E-95C7-4FD2-95CB-9F792F2E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425A9-443F-4609-9FC9-95CEF03A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FFCDC-4BF2-42D5-BAEA-9F665D8D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1F4A4-3D97-4D4D-B0E9-3A41AE8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3D56"/>
                </a:solidFill>
              </a:defRPr>
            </a:pPr>
            <a:r>
              <a:rPr sz="1125" b="1">
                <a:solidFill>
                  <a:srgbClr val="0F3D56"/>
                </a:solidFill>
              </a:rPr>
              <a:t>Main Goal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D8595-64FB-494B-BE77-E0182098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Develop a web application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for project and task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management inspired by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Trello and the Kanban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methodology.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7CA54-CEA5-4D63-BCB7-F5AFBEB4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E0D16-2409-462F-8119-B5D6BA2C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98695-F126-4C0D-A138-812523C7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29EF1-E731-4D45-909A-0C0CEC91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DF691-67B5-49C0-B9BA-274C4430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B0947-5F7A-4990-B3D5-72E2C82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8164D1-06EF-4891-93D8-3E8A1A56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3D56"/>
                </a:solidFill>
              </a:defRPr>
            </a:pPr>
            <a:r>
              <a:rPr sz="1125" b="1">
                <a:solidFill>
                  <a:srgbClr val="0F3D56"/>
                </a:solidFill>
              </a:rPr>
              <a:t>Core Idea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85FE8B-31EA-48DD-98DF-0F5DEE3C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Users can create boards, add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tasks, assign priorities,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define deadlines, and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monitor status from To Do to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Done.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0C0FB-4D50-4A30-A555-ED67E352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DD9151-C930-4A96-A6FD-12B0C870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E3651-C9A8-4BCF-9B48-2C80ACE5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A2785-7492-4217-810B-3DA014FA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2C7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D99E27-5750-41A4-9F3D-9801E7C0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046E79-4F40-448C-82BC-6D48CFD5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087C6A-C055-40C0-A085-A312F0ED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3D56"/>
                </a:solidFill>
              </a:defRPr>
            </a:pPr>
            <a:r>
              <a:rPr sz="1125" b="1">
                <a:solidFill>
                  <a:srgbClr val="0F3D56"/>
                </a:solidFill>
              </a:rPr>
              <a:t>User Value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9E2530-AC58-4FAF-9824-A236205F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The system improves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organization, visibility,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and productivity through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simple navigation and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practical task tracking.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2C88D-055F-4175-A6D1-D0D3B14E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1409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Clean workflow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Role-based access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Fast navigation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6DD9A3-CC1B-464F-8912-D45D2983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TaskFlow MVC | Project presentation summary</a:t>
            </a:r>
          </a:p>
        </p:txBody>
      </p:sp>
    </p:spTree>
    <p:extLst>
      <p:ext uri="{BB962C8B-B14F-4D97-AF65-F5344CB8AC3E}">
        <p14:creationId xmlns:p14="http://schemas.microsoft.com/office/powerpoint/2010/main" val="1970033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d96a2b9d3442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DAC20-1A32-48FB-BE5E-C8744763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26C6E-6363-4D31-B7AE-BA990FA0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10109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C338C-C34D-4E4C-97D2-BAF5B7DC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FUNCTIONAL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44FE1-EE45-4887-9521-B751192E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23E14-847E-4CDF-8F7E-157A7E4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BD732-86CA-404B-9A72-1044D2B7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19050">
            <a:solidFill>
              <a:srgbClr val="12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AC7F9-B59B-4EF5-8366-B5BEB8DE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</a:defRPr>
            </a:pPr>
            <a:r>
              <a:rPr sz="3000" b="1">
                <a:solidFill>
                  <a:srgbClr val="122033"/>
                </a:solidFill>
              </a:rPr>
              <a:t>Main Functionalities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C93F3-1345-4759-ACFE-31AF0D17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4057"/>
                </a:solidFill>
              </a:defRPr>
            </a:pPr>
            <a:r>
              <a:rPr sz="1425" b="0">
                <a:solidFill>
                  <a:srgbClr val="2F4057"/>
                </a:solidFill>
              </a:rPr>
              <a:t>The application covers the key requirements of the assignment through task organization, board management, and reporting views.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87BEE-827F-4986-AC52-7D3DB899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0ADCA-F76D-48C1-B7A4-A1BD4BB2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E8998-008A-4078-AFDF-6508261C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</a:defRPr>
            </a:pPr>
            <a:r>
              <a:rPr sz="2550" b="1">
                <a:solidFill>
                  <a:srgbClr val="122033"/>
                </a:solidFill>
              </a:rPr>
              <a:t>CRUD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22991-AFAE-40AF-B4BC-FA269FD2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4057"/>
                </a:solidFill>
              </a:defRPr>
            </a:pPr>
            <a:r>
              <a:rPr sz="1200" b="0">
                <a:solidFill>
                  <a:srgbClr val="2F4057"/>
                </a:solidFill>
              </a:rPr>
              <a:t>Boards and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DF28D-CB4B-48B1-B233-322FAB3D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Create, read, update, and delete actions are implemented for the main entities.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6224B-4ABE-4843-B0CF-95A7D6B0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BF7BC-BD11-43AB-9F60-B8B9E15A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41F39-6677-4BA1-829B-6D0C218A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</a:defRPr>
            </a:pPr>
            <a:r>
              <a:rPr sz="2550" b="1">
                <a:solidFill>
                  <a:srgbClr val="12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D21A8-B579-46B8-BAA3-A9001EE6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4057"/>
                </a:solidFill>
              </a:defRPr>
            </a:pPr>
            <a:r>
              <a:rPr sz="1200" b="0">
                <a:solidFill>
                  <a:srgbClr val="2F4057"/>
                </a:solidFill>
              </a:rPr>
              <a:t>Task Statuses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3F9E8-26BC-4823-B6DD-921662BF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Tasks can move through To Do, In Progress, and Done states.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F6D49-5100-43A8-A556-6F64BFD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FE5DA-7496-48F9-AAA6-28630427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91770B-57FE-40A6-8274-F3940A4B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</a:defRPr>
            </a:pPr>
            <a:r>
              <a:rPr sz="2550" b="1">
                <a:solidFill>
                  <a:srgbClr val="122033"/>
                </a:solidFill>
              </a:rPr>
              <a:t>7 DAYS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4721C-2F1B-4894-A6A9-90A4A27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4057"/>
                </a:solidFill>
              </a:defRPr>
            </a:pPr>
            <a:r>
              <a:rPr sz="1200" b="0">
                <a:solidFill>
                  <a:srgbClr val="2F4057"/>
                </a:solidFill>
              </a:rPr>
              <a:t>Deadline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7CAB5-0027-4E11-BEBB-380D2FF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Dashboard cards and upcoming deadline tracking help users identify urgent work.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5756D-52F8-44EE-8BEB-7DEB2E99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238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A20BD4-D633-40AF-B4E9-BFBCED77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0449B-40A7-42C8-BF6B-6C7BAD08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TaskFlow MVC | Project presentation summary</a:t>
            </a:r>
          </a:p>
        </p:txBody>
      </p:sp>
    </p:spTree>
    <p:extLst>
      <p:ext uri="{BB962C8B-B14F-4D97-AF65-F5344CB8AC3E}">
        <p14:creationId xmlns:p14="http://schemas.microsoft.com/office/powerpoint/2010/main" val="1447110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6876dd0a5481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BEFC1-447A-448A-A8C9-688489DE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C1A78-AD20-4862-9D2B-EF3DC2D8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2000250" cy="5334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2657E-3626-4C0A-82E1-3CC9A201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21E48-06D1-46A0-9256-AA58B892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33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AB283-A4F4-4253-B12F-6939148C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CEAA9-9583-4A01-84D0-EEA3BADE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04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42DD0-ACAC-4EB6-B5E3-3A9EDEC2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8FA71-086D-4F92-855F-68838E27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19050">
            <a:solidFill>
              <a:srgbClr val="12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DBF92-9233-4126-B6DB-E8E07C8C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</a:defRPr>
            </a:pPr>
            <a:r>
              <a:rPr sz="3000" b="1">
                <a:solidFill>
                  <a:srgbClr val="122033"/>
                </a:solidFill>
              </a:rPr>
              <a:t>Software Structure and Data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465E8-C647-4670-B822-A817E990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4057"/>
                </a:solidFill>
              </a:defRPr>
            </a:pPr>
            <a:r>
              <a:rPr sz="1425" b="0">
                <a:solidFill>
                  <a:srgbClr val="2F4057"/>
                </a:solidFill>
              </a:rPr>
              <a:t>The project follows layered MVC principles and demonstrates object-oriented design together with persistent database storage.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281B3-F595-4EE7-A5FB-3A78C45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E3343-CA84-4B28-81C6-866B75D7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FB95D-0F0E-4F5D-B12C-4E31B93A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4D9C7-76C9-47DE-B933-168D5256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84CCD-E08A-4502-B96B-7928291C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1C929-B70C-440A-A159-AD0100AF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ADE05-7ED5-4D93-9887-2F71D7E1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3D56"/>
                </a:solidFill>
              </a:defRPr>
            </a:pPr>
            <a:r>
              <a:rPr sz="1125" b="1">
                <a:solidFill>
                  <a:srgbClr val="0F3D56"/>
                </a:solidFill>
              </a:rPr>
              <a:t>MVC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76CF6-24DE-4413-93B8-1697DF4B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Controllers, models,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services, and Razor views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are separated to keep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responsibilities clear and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maintainable.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1845A-3F7E-44BE-A58A-04BF730A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FBA75-66AE-46FC-9A45-2DFD31FC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B3C84-6526-4377-A79E-9BE2D724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D607D-3A12-457B-B228-E6526E6A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363F9-45DC-4029-ABAF-8A2967E4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7DBBB-0790-497F-A2DB-1C49B8A5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58D8A-8EB2-48F3-97B9-F54A31E7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3D56"/>
                </a:solidFill>
              </a:defRPr>
            </a:pPr>
            <a:r>
              <a:rPr sz="1125" b="1">
                <a:solidFill>
                  <a:srgbClr val="0F3D56"/>
                </a:solidFill>
              </a:rPr>
              <a:t>EF Core + SQLite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BA28A-4247-42E3-84E9-C0C49C9B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The database is created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through Code-First models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and stores users, boards,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and tasks permanently.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B5407-0F7A-4F18-AFCE-56AB13F9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695BB-6501-47CA-A719-32556505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713DF5-2014-4FF4-950A-640C400C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7F140E-B764-4626-985F-A2123347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2C7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D6F79D-B59F-41C9-993C-9A0CDE8C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4F04B2-4C86-4FCC-BD55-27519D0E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59B58D-6647-4F57-BAA1-34310234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3D56"/>
                </a:solidFill>
              </a:defRPr>
            </a:pPr>
            <a:r>
              <a:rPr sz="1125" b="1">
                <a:solidFill>
                  <a:srgbClr val="0F3D56"/>
                </a:solidFill>
              </a:rPr>
              <a:t>OOP Principles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D4E51F-1643-4AED-ABEE-F3379717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BaseEntity, interfaces,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inheritance, encapsulation,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and service abstraction are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used throughout the project.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BDF23E-CC6C-483E-AE5B-E7425248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1409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Clean workflow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Role-based access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Fast navigation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04DD0E-2808-41B4-9642-5656B3F3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TaskFlow MVC | Project presentation summary</a:t>
            </a:r>
          </a:p>
        </p:txBody>
      </p:sp>
    </p:spTree>
    <p:extLst>
      <p:ext uri="{BB962C8B-B14F-4D97-AF65-F5344CB8AC3E}">
        <p14:creationId xmlns:p14="http://schemas.microsoft.com/office/powerpoint/2010/main" val="122793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4a9878fc24d2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44C47-770F-4E06-8D2D-1B9A6DE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550AE-2C19-4D2F-92E4-8039FCD0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2000250" cy="5334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B53A1-1AC8-4520-B094-AD959845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BC63C-CD81-456A-AD17-70EC9C9D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33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EA78E-0283-4858-97B9-DD7C145B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SECURITY AND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9E199-A7EF-4972-AF56-0860B893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05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BEE0F-440D-41BD-AB00-38F00653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E92FD-3AE4-42BF-AC38-C8D27255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19050">
            <a:solidFill>
              <a:srgbClr val="12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37D30-D799-4D18-9AF6-A96BF410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</a:defRPr>
            </a:pPr>
            <a:r>
              <a:rPr sz="3000" b="1">
                <a:solidFill>
                  <a:srgbClr val="122033"/>
                </a:solidFill>
              </a:rPr>
              <a:t>Security, Validation, and User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9C504-62DF-44A1-9E36-EA1C44CE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4057"/>
                </a:solidFill>
              </a:defRPr>
            </a:pPr>
            <a:r>
              <a:rPr sz="1425" b="0">
                <a:solidFill>
                  <a:srgbClr val="2F4057"/>
                </a:solidFill>
              </a:rPr>
              <a:t>TaskFlow combines authentication, validation, and a responsive interface to create a secure and usable application.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5F613-593A-42C4-9059-56891EF1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56511-040B-439D-B3BA-06151FDD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7F746-BA99-401D-A96F-20E9A10F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ACB7C-F01B-4FE4-B1D1-74C87531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03BA3-900A-4784-82B2-7FE9DA7C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767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C1CD4-6CE1-400F-8973-11E623E0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CC03E-5A60-466F-AAAB-9F4D2EBC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3D56"/>
                </a:solidFill>
              </a:defRPr>
            </a:pPr>
            <a:r>
              <a:rPr sz="1125" b="1">
                <a:solidFill>
                  <a:srgbClr val="0F3D56"/>
                </a:solidFill>
              </a:rPr>
              <a:t>Authentication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B4F0D-76E4-424F-8025-47D89C25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Users can register and log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in with ASP.NET Identity,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while role handling supports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User and Admin access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levels.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3F7AD-678B-428F-9073-06835A09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F212C-1409-4128-AA26-CF6B4B70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2629E-5A17-42B3-B4BF-74D615F3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D5F64-4C06-48EE-985A-F3677C7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60DD7-1FC5-45DD-BE7D-19ACE4F1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67E8C-EA89-460A-BC24-ABB81F24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148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734368-9371-46D9-9724-0C2BE16B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3D56"/>
                </a:solidFill>
              </a:defRPr>
            </a:pPr>
            <a:r>
              <a:rPr sz="1125" b="1">
                <a:solidFill>
                  <a:srgbClr val="0F3D56"/>
                </a:solidFill>
              </a:rPr>
              <a:t>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A3A45-71AC-499B-AB63-3CA09233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Data Annotations such as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Required and StringLength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protect the correctness of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titles, descriptions, and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form inputs.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BBD0B-EEC0-4F67-8AA7-1B550F81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3384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E5797D-E7DC-4862-86E0-1077ED50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481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D99B4-5441-408A-8D13-2531272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E0D3C-395B-441A-A827-DD442EFD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195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2C7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A177AD-3BF3-40EB-A798-D958DD5C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053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36B91B-95D4-4C98-9061-BFCD3EAC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910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F391EE-35C3-43F4-8031-0AEB3FE9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576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3D56"/>
                </a:solidFill>
              </a:defRPr>
            </a:pPr>
            <a:r>
              <a:rPr sz="1125" b="1">
                <a:solidFill>
                  <a:srgbClr val="0F3D56"/>
                </a:solidFill>
              </a:rPr>
              <a:t>UI Design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099704-793A-40C5-880F-C5A23A09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Razor views and Bootstrap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provide a clean, modern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interface for boards, task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cards, forms, and dashboard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pages.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C707CD-73F8-47B2-A22D-94244DEF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1409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Clean workflow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Role-based access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Fast navigation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796255-169C-4976-B513-EB703648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TaskFlow MVC | Project presentation summary</a:t>
            </a:r>
          </a:p>
        </p:txBody>
      </p:sp>
    </p:spTree>
    <p:extLst>
      <p:ext uri="{BB962C8B-B14F-4D97-AF65-F5344CB8AC3E}">
        <p14:creationId xmlns:p14="http://schemas.microsoft.com/office/powerpoint/2010/main" val="1862590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1cecbbf864ca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23AF0-46B1-4E18-B806-A336BABE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3A76F-0E6A-468E-93CA-31D6AFA3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10109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2FBF3-715F-42E5-9902-501D9E23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FINAL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FE379-DA6B-4247-8B2C-8906921E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3D56"/>
                </a:solidFill>
              </a:defRPr>
            </a:pPr>
            <a:r>
              <a:rPr sz="975" b="1">
                <a:solidFill>
                  <a:srgbClr val="0F3D56"/>
                </a:solidFill>
              </a:rPr>
              <a:t>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45F42-3E38-42BA-B1C6-F772A740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73685-C98C-4F7C-9D42-6709C168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19050">
            <a:solidFill>
              <a:srgbClr val="12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013E2-6F9C-481A-9C1E-57A3D8A3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</a:defRPr>
            </a:pPr>
            <a:r>
              <a:rPr sz="3000" b="1">
                <a:solidFill>
                  <a:srgbClr val="122033"/>
                </a:solidFill>
              </a:rPr>
              <a:t>TaskFlow in One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A0E1F-1958-49C6-9A21-8EC68E6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4057"/>
                </a:solidFill>
              </a:defRPr>
            </a:pPr>
            <a:r>
              <a:rPr sz="1425" b="0">
                <a:solidFill>
                  <a:srgbClr val="2F4057"/>
                </a:solidFill>
              </a:rPr>
              <a:t>The project successfully combines task management, database persistence, MVC architecture, and role-based security in a complete school software product.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5E0FE-9BE3-4209-8F1F-3BBEC89E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0A69C-C52B-4C53-AD87-0E0C420F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C20DA-DA2E-49EA-993A-F66AEF38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</a:defRPr>
            </a:pPr>
            <a:r>
              <a:rPr sz="2550" b="1">
                <a:solidFill>
                  <a:srgbClr val="122033"/>
                </a:solidFill>
              </a:rPr>
              <a:t>MVC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AF25F-EBBD-4BFE-886A-7FBABF3B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4057"/>
                </a:solidFill>
              </a:defRPr>
            </a:pPr>
            <a:r>
              <a:rPr sz="1200" b="0">
                <a:solidFill>
                  <a:srgbClr val="2F4057"/>
                </a:solidFill>
              </a:rPr>
              <a:t>Web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B7670-68AB-439F-B0A9-67AF6124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Clear separation of models, views, and controllers.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5A1C6-B6FF-4AED-8C3B-4854EF01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0A075-8615-417B-8C17-4121033A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664F8-0BC8-4630-97A3-98B9B858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</a:defRPr>
            </a:pPr>
            <a:r>
              <a:rPr sz="2550" b="1">
                <a:solidFill>
                  <a:srgbClr val="122033"/>
                </a:solidFill>
              </a:rPr>
              <a:t>LINQ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55343-0023-48BB-913D-63440E63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4057"/>
                </a:solidFill>
              </a:defRPr>
            </a:pPr>
            <a:r>
              <a:rPr sz="1200" b="0">
                <a:solidFill>
                  <a:srgbClr val="2F4057"/>
                </a:solidFill>
              </a:rPr>
              <a:t>Data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51AFC-9445-4A0C-9E68-95AD7145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Filtering by priority and grouping by status are built into the system.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57539-F852-4B17-A1D6-E1030781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220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946E9-D84E-4A7A-8BB3-FB18B362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047B5-79A4-4EE3-A351-80E8E974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</a:defRPr>
            </a:pPr>
            <a:r>
              <a:rPr sz="2550" b="1">
                <a:solidFill>
                  <a:srgbClr val="122033"/>
                </a:solidFill>
              </a:rPr>
              <a:t>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9DCCA-D614-4ECD-93E8-E5F81BC5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4057"/>
                </a:solidFill>
              </a:defRPr>
            </a:pPr>
            <a:r>
              <a:rPr sz="1200" b="0">
                <a:solidFill>
                  <a:srgbClr val="2F4057"/>
                </a:solidFill>
              </a:rPr>
              <a:t>Project Outcome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1D9DD-F5C2-4EE2-B5C3-D892ADC5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TaskFlow delivers the required functionality in English with a polished interface.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D7968-C3DE-4EC8-9F09-89FA19B6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238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2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E6F3C-C3D6-4AF2-B536-9E2072E1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2E7C45-680A-493A-A1D8-5E0DC71F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891"/>
                </a:solidFill>
              </a:defRPr>
            </a:pPr>
            <a:r>
              <a:rPr sz="750" b="0">
                <a:solidFill>
                  <a:srgbClr val="6A7891"/>
                </a:solidFill>
              </a:rPr>
              <a:t>TaskFlow MVC | Project presentation summary</a:t>
            </a:r>
          </a:p>
        </p:txBody>
      </p:sp>
    </p:spTree>
    <p:extLst>
      <p:ext uri="{BB962C8B-B14F-4D97-AF65-F5344CB8AC3E}">
        <p14:creationId xmlns:p14="http://schemas.microsoft.com/office/powerpoint/2010/main" val="1192536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2026-04-23T21:29:34.9880000Z</dcterms:created>
  <dcterms:modified xsi:type="dcterms:W3CDTF">2026-04-23T21:29:34.9880000Z</dcterms:modified>
</coreProperties>
</file>